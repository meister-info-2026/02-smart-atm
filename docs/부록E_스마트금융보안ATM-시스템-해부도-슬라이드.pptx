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0" cy="384048"/>
          </a:xfrm>
          <a:prstGeom prst="roundRect">
            <a:avLst>
              <a:gd name="adj" fmla="val 50000"/>
            </a:avLst>
          </a:prstGeom>
          <a:solidFill>
            <a:srgbClr val="E7EF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노약자 보이스피싱 예방 스마트 금융 보안 ATM · 2차 개발 착수 브리핑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보안 ATM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A3F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해부도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 받은 의심스러운 문자 한 통이, 어떻게 ATM의 서보모터를 멈추고 결국 사람(콜센터 상담원)의 최종 판단으로 이어지는지 — 그 경로를 그대로 열어봅니다.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1841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DBC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43400"/>
            <a:ext cx="118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88820" y="4343400"/>
            <a:ext cx="192481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FA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88820" y="4343400"/>
            <a:ext cx="1924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+ JWT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78224" y="4343400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BCA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78224" y="4343400"/>
            <a:ext cx="93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80076" y="4343400"/>
            <a:ext cx="192481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BBF8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80076" y="4343400"/>
            <a:ext cx="1924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인식(OpenCV)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4343400"/>
            <a:ext cx="204825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EA3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9480" y="434340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 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완성본(Mock 하드웨어) 기준 · 2차 개발(GPIO 확정 및 실배선) 착수 전 필독 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3152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시스템은 사실, 오감을 나눠 가진 팀입니다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눈으로 보고 · 뇌로 판단하고 · 손으로 움직이듯, 이 시스템도 5개 부품이 역할을 하나씩 나눠 맡습니다.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8042" y="2532888"/>
            <a:ext cx="640080" cy="64008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38042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 · Next.js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문자검사·ATM·콜센터, 서로 다른 3개의 얼굴이에요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58963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56925" y="253288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56925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2968691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968691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 · FastAPI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005267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문자의 위험도를 점수로 매기고 판정해요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77846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5808" y="2532888"/>
            <a:ext cx="640080" cy="64008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75808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187574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87574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 · MySQL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224150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계정·문자·판정·세션을 9개 표에 적어요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296729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94691" y="2532888"/>
            <a:ext cx="640080" cy="64008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4691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406457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406457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· QR 인식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443033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사물이 아니라 QR 코드를 읽는 눈이에요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515612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13574" y="2532888"/>
            <a:ext cx="640080" cy="64008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213574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9625340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625340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 · Pi 5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661916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때로는 '안 움직이는 것'이 손의 임무예요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지금부터 한 명씩, 그리고 이들이 나누는 대화를 하나씩 살펴봅니다.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MAP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누구에게 말을 거나요?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663440" y="155448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F86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6642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0116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문자검사·ATM·콜센터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306324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28575">
            <a:solidFill>
              <a:srgbClr val="8B5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31729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5204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(위험판정+세션)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507492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F9E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5184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55321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MySQL(9개 테이블)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B8A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결과 화면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1188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위험시 QR 표시(백엔드 왕복 없음)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69680" y="31546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057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0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5 ATM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361188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스캔 + 서보 배출기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2240280"/>
            <a:ext cx="0" cy="82296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09160" y="242316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0916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REST(JSON) + JWT 로그인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3931920"/>
            <a:ext cx="0" cy="114300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09160" y="427482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42748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/ 조회 (SQLAlchemy)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3497580"/>
            <a:ext cx="1737360" cy="0"/>
          </a:xfrm>
          <a:prstGeom prst="line">
            <a:avLst/>
          </a:prstGeom>
          <a:noFill/>
          <a:ln w="25400">
            <a:solidFill>
              <a:srgbClr val="DB8A1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017520" y="326898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017520" y="32689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즉석 생성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32320" y="3497580"/>
            <a:ext cx="1737360" cy="0"/>
          </a:xfrm>
          <a:prstGeom prst="line">
            <a:avLst/>
          </a:prstGeom>
          <a:noFill/>
          <a:ln w="25400">
            <a:solidFill>
              <a:srgbClr val="E0576B"/>
            </a:solidFill>
            <a:prstDash val="solid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00900" y="3268980"/>
            <a:ext cx="1600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200900" y="32689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검증+상태보고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QR에는 session_id만 담겨요 — 위험 등급 본문은 QR을 만드는 순간 통신하지 않고, ATM이 나중에 서버에 직접 물어봐서 확인합니다.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6F0FD"/>
          </a:solidFill>
          <a:ln w="12700">
            <a:solidFill>
              <a:srgbClr val="A1C9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 — 서로 다른 3개의 화면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· TypeScript · Tailwind CSS — 하나의 대시보드가 아니라 역할별 화면 3개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/messages, /result — 노약자용: 문자 고르기/입력, 위험시 QR 표시.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/atm — 7인치 터치 시뮬레이터: 금액 버튼, 상태별 안내.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9417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602736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/callcenter — 상담원 전용(로그인 필요): 세션 검토·해제.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33425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4281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화면(/)엔 큰 버튼 '문자 검사하기' 하나뿐이에요 — 노약자가 헤매지 않도록.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2103120"/>
            <a:ext cx="4602175" cy="1353312"/>
          </a:xfrm>
          <a:prstGeom prst="roundRect">
            <a:avLst>
              <a:gd name="adj" fmla="val 6081"/>
            </a:avLst>
          </a:prstGeom>
          <a:solidFill>
            <a:srgbClr val="1012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/atm 화면 — 파이 로컬 데몬을 1초마다 폴링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50608" y="2523744"/>
            <a:ext cx="419983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http://localhost:8100/state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2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READY / WITHDRAW_ENABLED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2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WITHDRAW_BLOCKED / CALL_CENTER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 w="12700">
            <a:solidFill>
              <a:srgbClr val="CBB6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 — 문자의 위험도를 점수로 매겨요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+ SQLAlchemy · 라우터 8개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범주 7개의 가중치를 더해 100점 만점으로 계산해요(backend/analysis/keywords.py).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0~29점 SAFE · 30~69점 CAUTION · 70~100점 DANGER — 그대로 ATM의 ALLOW/VERIFY/BLOCK이 돼요.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2219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최종 해제하는 함수(resolve_callcenter)가 시스템에서 상태를 자동으로 바꾸는 유일한 통로예요.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2103120"/>
            <a:ext cx="4602175" cy="2523744"/>
          </a:xfrm>
          <a:prstGeom prst="roundRect">
            <a:avLst>
              <a:gd name="adj" fmla="val 3261"/>
            </a:avLst>
          </a:prstGeom>
          <a:solidFill>
            <a:srgbClr val="1012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범주 7종 가중치 (keywords.py)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523744"/>
            <a:ext cx="4199839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기관 사칭 표현 감지        35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현금 인출 요구 감지        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범죄 연루 언급 감지        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송금·이체 요구 감지        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비밀 유지 요구 감지        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특정 장소 현금 전달 감지   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긴급 행동 요구 감지        15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F3F1"/>
          </a:solidFill>
          <a:ln w="12700">
            <a:solidFill>
              <a:srgbClr val="93D3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📓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 — 9개의 표에 나눠 적어요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— 상시 폴링 센서가 없어서 sensor_readings 표는 일부러 만들지 않았어요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계정(user/agent)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51648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61376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friendships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961376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가족·지인 연락처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63216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72944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chat_rooms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172944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 대화방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74784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84512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384512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 원문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486351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96079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analysis_results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596079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판정 결과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01752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310896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atm_sessions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341985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세션·ATM상태·콜센터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51648" y="301752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61376" y="310896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961376" y="341985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배출기·QR스캐너·부저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63216" y="301752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72944" y="310896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control_log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172944" y="341985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 이력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" y="402336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E9F6F1"/>
          </a:solidFill>
          <a:ln w="12700">
            <a:solidFill>
              <a:srgbClr val="9AD8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1248" y="411480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 주목할 점: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SAFE로 판정돼도 세션은 항상 만들어져요 — ATM이 나중에 '이 세션은 제한 없음'을 서버에서 직접 확인할 수 있어야 하니까요.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F1E4"/>
          </a:solidFill>
          <a:ln w="12700">
            <a:solidFill>
              <a:srgbClr val="EFCA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👁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— 이 팀은 다른 걸 봐요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OpenCV cv2.QRCodeDetector — 다른 팀들의 YOLO 사물인식과 완전히 다른 '눈'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vision/qr_check.py는 카메라로 QR을 읽어 콘솔에 출력만 해요 — 백엔드로 아무것도 전송하지 않는 순수 로컬 테스트 도구예요.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백엔드와 진짜로 통신하는 QR 인식은 pi/qr_scanner.py에 있어요 — 즉 '눈'의 진짜 위치는 라즈베리파이 쪽이에요.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22192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QR을 3초 이내에 다시 읽으면 무시해요(중복 처리 방지).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2103120"/>
            <a:ext cx="4602175" cy="1938528"/>
          </a:xfrm>
          <a:prstGeom prst="roundRect">
            <a:avLst>
              <a:gd name="adj" fmla="val 4245"/>
            </a:avLst>
          </a:prstGeom>
          <a:solidFill>
            <a:srgbClr val="1012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안에 든 것 (session_id 하나)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523744"/>
            <a:ext cx="4199839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"session_id": "VP-000003"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2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오프라인 백업용(선택): risk_level도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"session_id": "...", "risk_level":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"DANGER" 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EBED"/>
          </a:solidFill>
          <a:ln w="12700">
            <a:solidFill>
              <a:srgbClr val="F1B3B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— 때로는 '안 움직이는 것'이 임무예요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5 · gpiozero(AngularServo) · pi/main.py + hardware_provider.py 이미 존재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요구사항(FR-09): 상태가 정확히 WITHDRAW_ENABLED가 아니면, 출금 버튼을 눌러도 서보모터 호출 자체를 하지 않아요.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배출 시 게이트·밀대 서보를 0°→90°로 열고 1.0초 대기 후 복귀해요.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9417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60273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콜센터가 풀어줬는지 3초마다 확인하고, ATM 화면은 파이 데몬을 1초마다 확인해요 — 서로 다른 두 폴링 주기예요.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2103120"/>
            <a:ext cx="4602175" cy="1938528"/>
          </a:xfrm>
          <a:prstGeom prst="roundRect">
            <a:avLst>
              <a:gd name="adj" fmla="val 4245"/>
            </a:avLst>
          </a:prstGeom>
          <a:solidFill>
            <a:srgbClr val="1012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request_withdraw() 핵심 로직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523744"/>
            <a:ext cx="4199839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atm_status != "WITHDRAW_ENABLED":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dispensed=False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2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액추에이터 호출 안 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provider.set_actuator_state(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"cash_dispenser_1", "DISPENSING")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연동의 규칙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부품이 대화하는 공용어 : REST API + JSON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API는 '식당 메뉴판'과 같아요 — 정확한 이름(URL)과 주문서 양식(JSON)만 지키면 음식이 나옵니다.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B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X-Device-Api-Key — 기계(ATM)용. 다른 팀과 대소문자까지 동일해요.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B5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Authorization: Bearer … — 사람용. 로그인 시 발급되는 진짜 JWT예요.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2103120"/>
            <a:ext cx="4602175" cy="1060704"/>
          </a:xfrm>
          <a:prstGeom prst="roundRect">
            <a:avLst>
              <a:gd name="adj" fmla="val 7759"/>
            </a:avLst>
          </a:prstGeom>
          <a:solidFill>
            <a:srgbClr val="1012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ATM이 세션을 검증할 때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50608" y="2523744"/>
            <a:ext cx="4199839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/api/v1/atm/verify/VP-000003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2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X-Device-Api-Key: ...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3346704"/>
            <a:ext cx="4602175" cy="1097280"/>
          </a:xfrm>
          <a:prstGeom prst="roundRect">
            <a:avLst>
              <a:gd name="adj" fmla="val 7500"/>
            </a:avLst>
          </a:prstGeom>
          <a:solidFill>
            <a:srgbClr val="1012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50608" y="3474720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150608" y="3767328"/>
            <a:ext cx="4199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"risk_level": "DANGER",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"BLOCK" 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608076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E9F6F1"/>
          </a:solidFill>
          <a:ln w="12700">
            <a:solidFill>
              <a:srgbClr val="9AD8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617220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 주목할 점: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팀은 사람 출입증도 진짜로 작동해요 — 비밀번호는 Argon2로 해시 저장하고, 콜센터 전용 API는 role != "agent"면 403으로 막아요. 다른 팀보다 한발 앞서 있어요.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 RULES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등급 하나가 ATM의 운명을 결정해요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480560" cy="969264"/>
          </a:xfrm>
          <a:prstGeom prst="roundRect">
            <a:avLst>
              <a:gd name="adj" fmla="val 6604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783080"/>
            <a:ext cx="41513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위험 등급 SAFE (0~29점)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93792" y="2267712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65215" y="1783080"/>
            <a:ext cx="5486400" cy="969264"/>
          </a:xfrm>
          <a:prstGeom prst="roundRect">
            <a:avLst>
              <a:gd name="adj" fmla="val 6604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29807" y="1783080"/>
            <a:ext cx="51572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🔓 ATM 상태 ALLOW → 정상 출금 가능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862072"/>
            <a:ext cx="4480560" cy="969264"/>
          </a:xfrm>
          <a:prstGeom prst="roundRect">
            <a:avLst>
              <a:gd name="adj" fmla="val 6604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862072"/>
            <a:ext cx="41513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위험 등급 CAUTION (30~69점)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93792" y="3346704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65215" y="2862072"/>
            <a:ext cx="5486400" cy="969264"/>
          </a:xfrm>
          <a:prstGeom prst="roundRect">
            <a:avLst>
              <a:gd name="adj" fmla="val 6604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29807" y="2862072"/>
            <a:ext cx="51572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🔐 ATM 상태 VERIFY → 출금 차단, 추가 확인 필요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41064"/>
            <a:ext cx="4480560" cy="969264"/>
          </a:xfrm>
          <a:prstGeom prst="roundRect">
            <a:avLst>
              <a:gd name="adj" fmla="val 6604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941064"/>
            <a:ext cx="41513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🚨 위험 등급 DANGER (70~100점)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193792" y="4425696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65215" y="3941064"/>
            <a:ext cx="5486400" cy="969264"/>
          </a:xfrm>
          <a:prstGeom prst="roundRect">
            <a:avLst>
              <a:gd name="adj" fmla="val 6604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29807" y="3941064"/>
            <a:ext cx="51572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 ATM 상태 BLOCK → 완전 차단 + 콜센터 대기(3초 폴링)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020056"/>
            <a:ext cx="4480560" cy="969264"/>
          </a:xfrm>
          <a:prstGeom prst="roundRect">
            <a:avLst>
              <a:gd name="adj" fmla="val 6604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5020056"/>
            <a:ext cx="41513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🎧 콜센터 상담원의 최종 판단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193792" y="5504688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65215" y="5020056"/>
            <a:ext cx="5486400" cy="969264"/>
          </a:xfrm>
          <a:prstGeom prst="roundRect">
            <a:avLst>
              <a:gd name="adj" fmla="val 6604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29807" y="5020056"/>
            <a:ext cx="51572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RELEASED(정상)→해제 / MAINTAINED(보이스피싱)→계속 차단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08076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E9F6F1"/>
          </a:solidFill>
          <a:ln w="12700">
            <a:solidFill>
              <a:srgbClr val="9AD8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" y="617220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 주목할 점: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시스템은 스스로 마지막 줄을 풀 수 없어요 — 오직 사람(콜센터 상담원)만 RELEASED를 누를 수 있습니다. 이것이 이 프로젝트의 핵심 안전장치예요.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↔ 실기기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스턴트 대역 배우 — 그런데 이미 실제 배우도 있어요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대본(백엔드 코드)은 '누가' 연기하는지 몰라요 — 정해진 4개 동작만 똑같이 해내면 됩니다.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모두가 지키는 4개의 동작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get_device_status()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803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set_actuator_state()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461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read_sensor_value()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118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get_all_statuses()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1480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팀들은 아직 hardware_provider.py가 없지만, 이 팀은 이미 실제 배우(gpiozero 기반)까지 캐스팅을 마쳤어요 — 다만 GPIO 핀 번호는 기구물 조립 후에 확정할 예정이라 임시값이에요.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2103120"/>
            <a:ext cx="4922215" cy="2743200"/>
          </a:xfrm>
          <a:prstGeom prst="roundRect">
            <a:avLst>
              <a:gd name="adj" fmla="val 3000"/>
            </a:avLst>
          </a:prstGeom>
          <a:solidFill>
            <a:srgbClr val="1012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30568" y="2231136"/>
            <a:ext cx="4519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상태 스냅샷 (정직 버전)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30568" y="25603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판정 · JWT 인증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87396" y="26151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1FA9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7396" y="26151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작동 중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30568" y="30175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HardwareDeviceProvider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7396" y="30723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1FA9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7396" y="30723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이미 존재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34747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GPIO 핀 번호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87396" y="35295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C97A0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7396" y="35295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임시값(조립 후 확정)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30568" y="39319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QR→백엔드 전송(vision/)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87396" y="39867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D843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7396" y="39867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43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테스트 도구뿐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30568" y="43891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· Frontend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287396" y="44439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1FA97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87396" y="44439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작동 중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미션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여러분이 이어받을 4가지 과제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476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4767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GPIO 확정 및 실배선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0487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조립 후 서보 게이트·밀대 핀 번호를 확정하고 pi/.env에 반영합니다.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4553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docs/백엔드-라즈베리파이5-연동-인터페이스-가이드.md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93028" y="19476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93028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95948" y="194767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유효시간 만료(OF-02)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393028" y="240487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QR에 유효시간 개념이 없어요 — 세션 만료 로직을 추가합니다.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93028" y="314553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docs/데이터-연동-규격.md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67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86791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키워드 범주 확장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32511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범주 외에 새로운 보이스피싱 패턴을 추가해 탐지율을 높입니다.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6577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backend/analysis/keywords.py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0148" y="370332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3028" y="3867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93028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95948" y="386791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배포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393028" y="432511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팀은 Render/Vercel이 아니라 Cafe24 Ubuntu VPS + systemd로 배포할 계획이에요.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393028" y="506577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docs/스마트금융보안ATM-실행-가이드.md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" y="548640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E9F6F1"/>
          </a:solidFill>
          <a:ln w="12700">
            <a:solidFill>
              <a:srgbClr val="9AD8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557784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 주목할 점: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AI 채팅을 열 때마다 이 팀의 문서 6개 중 관련 문서부터 붙여넣으세요 — 다음 슬라이드에 문서 지도가 있어요.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행선지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막히면, 여기부터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702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 보나요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데이터-연동-규격.md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API·QR·DB 규격을 정확한 JSON과 함께 확인할 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백엔드-라즈베리파이5-연동-인터페이스-가이드.md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백엔드·라즈베리파이 담당이 계약을 맞출 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윈도우-개발-핸드북.md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환경 설치·실행 문제가 생겼을 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스마트금융보안ATM-실행-가이드.md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시스템을 처음부터 실행해볼 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전시회-시연-매뉴얼.md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전시·발표 시연을 준비할 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36168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확인한 것 — 5개 부품, 하나의 대화 규칙(REST + JSON), 그리고 시스템이 아닌 사람이 최종 결정하는 안전장치. 이제 코드를 열어보세요.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581248" y="5897880"/>
            <a:ext cx="640080" cy="64008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8124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678528" y="58978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7852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775808" y="5897880"/>
            <a:ext cx="640080" cy="64008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7580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6873088" y="5897880"/>
            <a:ext cx="640080" cy="64008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7308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7970368" y="5897880"/>
            <a:ext cx="640080" cy="64008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97036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2026-09-06T05:40:15Z</dcterms:created>
  <dcterms:modified xsi:type="dcterms:W3CDTF">2026-09-06T05:40:15Z</dcterms:modified>
</cp:coreProperties>
</file>